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0E0A2-51C1-4DCF-8F60-B951E8A3F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E5EAF-D1BF-4DE4-A232-21E793D4C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7FC09-E21F-42CA-BC63-CD04130A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D1B25-0E8F-49D1-8D74-D61C53534302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A13A7-103C-45BA-B029-3190D0D3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86ECA-4209-4039-85D1-377D968A6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576A-6A67-49ED-B5D5-EFA70B091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9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E986A-C4C4-4FCA-AF3C-A6024F19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773E5-C426-4CCC-BDA2-2775A1613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2D815-89B1-41EC-8B1E-B115E0151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D1B25-0E8F-49D1-8D74-D61C53534302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50932-9BE7-409A-823C-B83542224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BBBD2-FFFB-44E0-988E-DACCD4E08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576A-6A67-49ED-B5D5-EFA70B091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2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25D7F-7B62-47EC-BF18-D62DAB642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52C2-8BBC-4075-A2F2-FEF4B66E0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DF04F-0168-4FE6-9C6C-65AD91338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D1B25-0E8F-49D1-8D74-D61C53534302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CD56B-B3B3-4210-AEB6-2E25E421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7BE20-AB83-4274-81A9-437BF9125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576A-6A67-49ED-B5D5-EFA70B091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769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36777-6BA2-4D20-914C-449A9E682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4669D-55FC-4431-9111-0B649FFFCB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5A9E1-7DB9-45C5-A3AE-2EFE456E7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DCB72-078F-492B-9A7E-C54D9280E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D1B25-0E8F-49D1-8D74-D61C53534302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86B67-6AE1-4616-BA10-B597C23DC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CC197-143D-4DED-B49E-F60E15A8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576A-6A67-49ED-B5D5-EFA70B091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92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2EFAF-AE51-4F43-A603-41FC53F2C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A89EF-B3A7-4553-9320-A1392F48D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846172-F7F3-4DAC-AF6C-8558A4D1A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2CAFF6-C11E-4074-959A-CC9A30E553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E1D329-3FEB-4BF0-8594-66C4E65F77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374588-BA93-4E67-BDA8-978A5DB00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D1B25-0E8F-49D1-8D74-D61C53534302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B8617-C074-4A07-887A-613D1AAFE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7C8FEC-24B3-4DEB-B60A-2A712D448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576A-6A67-49ED-B5D5-EFA70B091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97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4A91F-E31F-4872-8F2D-91A5534C5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E4690-474D-4043-8C97-FCE345CC8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D1B25-0E8F-49D1-8D74-D61C53534302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63585F-33E9-45FC-A057-DE9A7E0D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EF743-6077-4660-A60D-C7ACF65E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576A-6A67-49ED-B5D5-EFA70B091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0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6E2EA4-24EF-4397-8420-F574B1373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D1B25-0E8F-49D1-8D74-D61C53534302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6091DA-06A2-43B5-92BE-DB5F080B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03A26-5BF6-4A23-AAD4-7E7C76870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576A-6A67-49ED-B5D5-EFA70B091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73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19E7E-2720-4C5B-A75F-3D94D5BA5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9066C-0E02-46B6-A83F-66045AB26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828AFD-497E-4FA1-8993-7BAABE907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697F1-6055-4DF2-921F-7EBD0999F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D1B25-0E8F-49D1-8D74-D61C53534302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D0B32-7D2D-4617-8DBE-96283885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894160-19A5-4362-A713-56E9F36A6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576A-6A67-49ED-B5D5-EFA70B091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148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AD63E-E562-461B-AED0-7CB0C1B46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9B46E9-E1DC-4A18-AC10-70E7082ED1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6B41D3-D585-48D7-BD93-0B8590D87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1037F-A482-4A14-99E5-24393F34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D1B25-0E8F-49D1-8D74-D61C53534302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A5425-AC60-4104-BEE7-8584AC937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C2C65-7348-46B4-B52E-DCCC0513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576A-6A67-49ED-B5D5-EFA70B091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72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500C1-3306-414F-8D66-8DA1B9565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85D315-719F-4E44-A89E-55D419276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BBC7A-9377-4E68-AEEC-88D195F0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D1B25-0E8F-49D1-8D74-D61C53534302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50E5E-3317-4520-9CDB-5630DC192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4D98E-8FCF-4202-ADC5-F705568C2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576A-6A67-49ED-B5D5-EFA70B091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62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0E8706-1EB7-41FE-BF58-30F7FDAB5F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7B2F6-A677-4FFD-B128-A860D8CEA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9F2B8-DAA5-4C4D-8583-1E08A28D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D1B25-0E8F-49D1-8D74-D61C53534302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16F2D-52D9-4FAE-83F1-B5ACAC855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90689-0A83-4775-913B-13AF1D59D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576A-6A67-49ED-B5D5-EFA70B091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4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44608B-5FE8-4C69-911D-6DE2C3591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9D766-FEF8-4DF3-9379-43EE432AB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ABD85-159E-442E-956B-D2DBB14B6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D1B25-0E8F-49D1-8D74-D61C53534302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A3E03-9623-4B6B-BA72-C79EDF8F5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47A7C-96C7-4F6C-A35C-E2DFF45C1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2576A-6A67-49ED-B5D5-EFA70B091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6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D0623-9329-4488-90AB-DF62BB632B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2A8E4-E775-4C9F-BA32-2D6BA0F66F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99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Pubudu Ranathunga</dc:creator>
  <cp:lastModifiedBy>Pubudu Ranathunga</cp:lastModifiedBy>
  <cp:revision>1</cp:revision>
  <dcterms:created xsi:type="dcterms:W3CDTF">2026-05-24T05:47:24Z</dcterms:created>
  <dcterms:modified xsi:type="dcterms:W3CDTF">2026-05-24T05:47:29Z</dcterms:modified>
</cp:coreProperties>
</file>